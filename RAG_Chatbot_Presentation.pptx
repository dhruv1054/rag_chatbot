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00B4D8"/>
                </a:solidFill>
              </a:rPr>
              <a:t>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71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E0EF"/>
                </a:solidFill>
              </a:rPr>
              <a:t>Retrieval-Augmented Generation
for Intelligent Document Q&amp;A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1005840"/>
            <a:ext cx="5852160" cy="1005840"/>
          </a:xfrm>
          <a:prstGeom prst="rect">
            <a:avLst/>
          </a:prstGeom>
          <a:solidFill>
            <a:srgbClr val="1225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07899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Local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Powered by Ollama + LLaMA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286000"/>
            <a:ext cx="5852160" cy="1005840"/>
          </a:xfrm>
          <a:prstGeom prst="rect">
            <a:avLst/>
          </a:prstGeom>
          <a:solidFill>
            <a:srgbClr val="1225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3591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FAISS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788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Vector Similarity 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3566160"/>
            <a:ext cx="5852160" cy="1005840"/>
          </a:xfrm>
          <a:prstGeom prst="rect">
            <a:avLst/>
          </a:prstGeom>
          <a:solidFill>
            <a:srgbClr val="1225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363931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LangGraph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4069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Orchestration 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4846319"/>
            <a:ext cx="5852160" cy="1005840"/>
          </a:xfrm>
          <a:prstGeom prst="rect">
            <a:avLst/>
          </a:prstGeom>
          <a:solidFill>
            <a:srgbClr val="1225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491947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Streamlit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53492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Real-time Web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99AA"/>
                </a:solidFill>
              </a:rPr>
              <a:t>Dhruv Rakhecha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Why do we need RAG?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577840" cy="2103120"/>
          </a:xfrm>
          <a:prstGeom prst="rect">
            <a:avLst/>
          </a:prstGeom>
          <a:solidFill>
            <a:srgbClr val="1A2E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📚  Knowledge Cutoff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LLMs are trained on static data — they cannot answer
questions about new, private, or domain-specific documents.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5577840" cy="2103120"/>
          </a:xfrm>
          <a:prstGeom prst="rect">
            <a:avLst/>
          </a:prstGeom>
          <a:solidFill>
            <a:srgbClr val="1A2E45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6B"/>
                </a:solidFill>
              </a:rPr>
              <a:t>🤯  Hallucination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Without grounding, models confidently generate plausible
but incorrect answers, eroding user trust.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94760"/>
            <a:ext cx="5577840" cy="2103120"/>
          </a:xfrm>
          <a:prstGeom prst="rect">
            <a:avLst/>
          </a:prstGeom>
          <a:solidFill>
            <a:srgbClr val="1A2E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🔒  Privacy &amp;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Sending sensitive documents to cloud APIs exposes data
and incurs high per-token API costs at scale.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794760"/>
            <a:ext cx="5577840" cy="2103120"/>
          </a:xfrm>
          <a:prstGeom prst="rect">
            <a:avLst/>
          </a:prstGeom>
          <a:solidFill>
            <a:srgbClr val="1A2E45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931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6B"/>
                </a:solidFill>
              </a:rPr>
              <a:t>🔍  No Source Citations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38912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Generic chatbots cannot tell you which part of a document
backed their answer, making verification impossible.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Solution — RAG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Ground the LLM in your own documents, locally and privately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We built a fully local Retrieval-Augmented Generation (RAG) system that ingests user-uploaded documents, converts them into semantic vector embeddings, and dynamically retrieves the most relevant context before generating an answer — eliminating hallucinations while keeping all data on-device.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23160"/>
            <a:ext cx="557784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✅ Grounded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Every response is backed by real document chunks — no fabrication.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423160"/>
            <a:ext cx="557784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✅ Source Citations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9260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Users see exactly which passage and similarity score drove the answer.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94760"/>
            <a:ext cx="557784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✅ 100% 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Ollama + FAISS run entirely on-device — zero cloud API calls.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794760"/>
            <a:ext cx="557784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886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✅ Any Document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2976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Upload PDFs or text files; the system indexes them in seconds.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66360"/>
            <a:ext cx="557784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57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✅ Streaming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Real-time token-by-token output via Streamlit for a fluid UX.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5166360"/>
            <a:ext cx="557784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5257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✅ Hallucination Guard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6692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System prompt enforces context-only answers with fallback message.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How all components fit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200400" cy="521208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📥  INGESTION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2834640" cy="548640"/>
          </a:xfrm>
          <a:prstGeom prst="rect">
            <a:avLst/>
          </a:prstGeom>
          <a:solidFill>
            <a:srgbClr val="0D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1. User uploads PDF / TXT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33472"/>
            <a:ext cx="2834640" cy="548640"/>
          </a:xfrm>
          <a:prstGeom prst="rect">
            <a:avLst/>
          </a:prstGeom>
          <a:solidFill>
            <a:srgbClr val="0D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2. Text extraction (PyMuPDF)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46704"/>
            <a:ext cx="2834640" cy="548640"/>
          </a:xfrm>
          <a:prstGeom prst="rect">
            <a:avLst/>
          </a:prstGeom>
          <a:solidFill>
            <a:srgbClr val="0D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564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3. Preprocessing &amp; cleaning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59935"/>
            <a:ext cx="2834640" cy="548640"/>
          </a:xfrm>
          <a:prstGeom prst="rect">
            <a:avLst/>
          </a:prstGeom>
          <a:solidFill>
            <a:srgbClr val="0D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69663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4. Chunking  (512 chars, 128 overlap)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73168"/>
            <a:ext cx="2834640" cy="548640"/>
          </a:xfrm>
          <a:prstGeom prst="rect">
            <a:avLst/>
          </a:prstGeom>
          <a:solidFill>
            <a:srgbClr val="0D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88289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5. Sentence-Transformer embedding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86400"/>
            <a:ext cx="2834640" cy="548640"/>
          </a:xfrm>
          <a:prstGeom prst="rect">
            <a:avLst/>
          </a:prstGeom>
          <a:solidFill>
            <a:srgbClr val="0D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5961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6. FAISS vector index stored to disk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566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B4D8"/>
                </a:solidFill>
              </a:rPr>
              <a:t>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280160"/>
            <a:ext cx="7223760" cy="5212080"/>
          </a:xfrm>
          <a:prstGeom prst="rect">
            <a:avLst/>
          </a:prstGeom>
          <a:solidFill>
            <a:srgbClr val="1A2E45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1417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💬  QUERY PIPELINE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1920240"/>
            <a:ext cx="6858000" cy="502920"/>
          </a:xfrm>
          <a:prstGeom prst="rect">
            <a:avLst/>
          </a:prstGeom>
          <a:solidFill>
            <a:srgbClr val="0D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2011680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1. User types a question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578608"/>
            <a:ext cx="6858000" cy="502920"/>
          </a:xfrm>
          <a:prstGeom prst="rect">
            <a:avLst/>
          </a:prstGeom>
          <a:solidFill>
            <a:srgbClr val="0D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2670048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2. Query → 384-dim embedding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3236976"/>
            <a:ext cx="6858000" cy="502920"/>
          </a:xfrm>
          <a:prstGeom prst="rect">
            <a:avLst/>
          </a:prstGeom>
          <a:solidFill>
            <a:srgbClr val="0D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3328416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3. FAISS top-K retrieval (K=4)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3895344"/>
            <a:ext cx="6858000" cy="502920"/>
          </a:xfrm>
          <a:prstGeom prst="rect">
            <a:avLst/>
          </a:prstGeom>
          <a:solidFill>
            <a:srgbClr val="0D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3986783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4. Context builder (≤3000 tokens)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4553712"/>
            <a:ext cx="6858000" cy="502920"/>
          </a:xfrm>
          <a:prstGeom prst="rect">
            <a:avLst/>
          </a:prstGeom>
          <a:solidFill>
            <a:srgbClr val="0D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4645152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5. Prompt builder injects context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5212079"/>
            <a:ext cx="6858000" cy="502920"/>
          </a:xfrm>
          <a:prstGeom prst="rect">
            <a:avLst/>
          </a:prstGeom>
          <a:solidFill>
            <a:srgbClr val="0D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2040" y="5303519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6. Ollama LLaMA 3 generates answer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5870448"/>
            <a:ext cx="6858000" cy="502920"/>
          </a:xfrm>
          <a:prstGeom prst="rect">
            <a:avLst/>
          </a:prstGeom>
          <a:solidFill>
            <a:srgbClr val="0D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92040" y="5961888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7. Streamlit streams tokens + sources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Libraries and frameworks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3749039" cy="2286000"/>
          </a:xfrm>
          <a:prstGeom prst="rect">
            <a:avLst/>
          </a:prstGeom>
          <a:solidFill>
            <a:srgbClr val="1A2E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481328"/>
            <a:ext cx="3419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920240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Streamlit 1.40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322576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Real-time streaming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724912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File upload widget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127248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Chat history 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371600"/>
            <a:ext cx="3749039" cy="2286000"/>
          </a:xfrm>
          <a:prstGeom prst="rect">
            <a:avLst/>
          </a:prstGeom>
          <a:solidFill>
            <a:srgbClr val="1A2E45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81328"/>
            <a:ext cx="3419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</a:rPr>
              <a:t>Backend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20240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FastAPI 0.115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322576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Uvicorn ASGI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724912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REST endpoints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127248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Pydantic validation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0456" y="1371600"/>
            <a:ext cx="3749039" cy="2286000"/>
          </a:xfrm>
          <a:prstGeom prst="rect">
            <a:avLst/>
          </a:prstGeom>
          <a:solidFill>
            <a:srgbClr val="1A2E45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481328"/>
            <a:ext cx="3419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RAG Orchestration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1920240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LangGraph 0.2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322576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LangChain 0.3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2724912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State-machine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3127248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Streaming support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86200"/>
            <a:ext cx="3749039" cy="2286000"/>
          </a:xfrm>
          <a:prstGeom prst="rect">
            <a:avLst/>
          </a:prstGeom>
          <a:solidFill>
            <a:srgbClr val="1A2E45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3995928"/>
            <a:ext cx="3419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</a:rPr>
              <a:t>Embeddings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4434840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Sentence-Transformers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837176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all-MiniLM-L6-v2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5239512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384-dim vectors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" y="5641848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CPU-friendly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0248" y="3886200"/>
            <a:ext cx="3749039" cy="2286000"/>
          </a:xfrm>
          <a:prstGeom prst="rect">
            <a:avLst/>
          </a:prstGeom>
          <a:solidFill>
            <a:srgbClr val="1A2E45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3995928"/>
            <a:ext cx="3419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700"/>
                </a:solidFill>
              </a:rPr>
              <a:t>Vector 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434840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FAISS 1.9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837176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L2 similarity 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5239512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Persistent index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641848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Metadata pickle store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0456" y="3886200"/>
            <a:ext cx="3749039" cy="2286000"/>
          </a:xfrm>
          <a:prstGeom prst="rect">
            <a:avLst/>
          </a:prstGeom>
          <a:solidFill>
            <a:srgbClr val="1A2E45"/>
          </a:solidFill>
          <a:ln w="19050">
            <a:solidFill>
              <a:srgbClr val="C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5048" y="3995928"/>
            <a:ext cx="3419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77DFF"/>
                </a:solidFill>
              </a:rPr>
              <a:t>LLM Runtime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5048" y="4434840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Ollama local server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8" y="4837176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LLaMA 3 8B Q4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8" y="5239512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HTTP streaming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5048" y="5641848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Temperature = 0.1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RAG Pipeline —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LangGraph state machine with three nodes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566160" cy="5029200"/>
          </a:xfrm>
          <a:prstGeom prst="rect">
            <a:avLst/>
          </a:prstGeom>
          <a:solidFill>
            <a:srgbClr val="1A2E45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56616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① RETRIEVE 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▸  Embed user query (384-dim)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▸  Search FAISS 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▸  Return top-4 chunks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▸  Include similarity scores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371600"/>
            <a:ext cx="3566160" cy="5029200"/>
          </a:xfrm>
          <a:prstGeom prst="rect">
            <a:avLst/>
          </a:prstGeom>
          <a:solidFill>
            <a:srgbClr val="1A2E45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371600"/>
            <a:ext cx="3566160" cy="6400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② CONTEXT 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194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▸  Receive retrieved chunks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▸  Count estimated 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566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▸  Truncate to ≤3000 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251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▸  Preserve most relevant first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1371600"/>
            <a:ext cx="3566160" cy="5029200"/>
          </a:xfrm>
          <a:prstGeom prst="rect">
            <a:avLst/>
          </a:prstGeom>
          <a:solidFill>
            <a:srgbClr val="1A2E45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79" y="1371600"/>
            <a:ext cx="356616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③ GENERATE NODE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9" y="2194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▸  Build system + user 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▸  Inject context window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59" y="3566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▸  Call Ollama LLaMA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9" y="4251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▸  Stream tokens to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36118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4D8"/>
                </a:solidFill>
              </a:rPr>
              <a:t>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6118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4D8"/>
                </a:solidFill>
              </a:rPr>
              <a:t>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8AABB"/>
                </a:solidFill>
              </a:rPr>
              <a:t>LangGraph StateGraph  —  nodes connected by directed edges, supports streaming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What makes this chatbot stand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669280" cy="1600200"/>
          </a:xfrm>
          <a:prstGeom prst="rect">
            <a:avLst/>
          </a:prstGeom>
          <a:solidFill>
            <a:srgbClr val="1A2E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🔄 Streaming Responses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Tokens stream in real-time to the Streamlit UI,
giving a ChatGPT-like interactive feel.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669280" cy="1600200"/>
          </a:xfrm>
          <a:prstGeom prst="rect">
            <a:avLst/>
          </a:prstGeom>
          <a:solidFill>
            <a:srgbClr val="1A2E45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813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📎 Source Citations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Each answer includes chunk previews and
cosine similarity scores for full transparency.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5669280" cy="1600200"/>
          </a:xfrm>
          <a:prstGeom prst="rect">
            <a:avLst/>
          </a:prstGeom>
          <a:solidFill>
            <a:srgbClr val="1A2E45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186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</a:rPr>
              <a:t>🧩 Modular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033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Every component (embedder, retriever, LLM, UI)
is independently configurable via config.py.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108960"/>
            <a:ext cx="5669280" cy="1600200"/>
          </a:xfrm>
          <a:prstGeom prst="rect">
            <a:avLst/>
          </a:prstGeom>
          <a:solidFill>
            <a:srgbClr val="1A2E45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2186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</a:rPr>
              <a:t>🛡️ Hallucination Guard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033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System prompt instructs the model to answer only
from context, with a safe fallback phrase.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46320"/>
            <a:ext cx="5669280" cy="1600200"/>
          </a:xfrm>
          <a:prstGeom prst="rect">
            <a:avLst/>
          </a:prstGeom>
          <a:solidFill>
            <a:srgbClr val="1A2E45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9560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700"/>
                </a:solidFill>
              </a:rPr>
              <a:t>💾 Persistent 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406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FAISS index + metadata saved to disk so the
vector store survives server restarts.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846320"/>
            <a:ext cx="5669280" cy="1600200"/>
          </a:xfrm>
          <a:prstGeom prst="rect">
            <a:avLst/>
          </a:prstGeom>
          <a:solidFill>
            <a:srgbClr val="1A2E45"/>
          </a:solidFill>
          <a:ln w="19050">
            <a:solidFill>
              <a:srgbClr val="C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60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77DFF"/>
                </a:solidFill>
              </a:rPr>
              <a:t>🖥️ Fully Local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4406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No external API calls — Ollama runs LLaMA 3
on your machine; data never leaves the device.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From document upload to grounded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3749039" cy="214884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5029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Upload Document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29967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User uploads a PDF or TXT file through the Streamlit sidebar.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371600"/>
            <a:ext cx="3749039" cy="2148840"/>
          </a:xfrm>
          <a:prstGeom prst="rect">
            <a:avLst/>
          </a:prstGeom>
          <a:solidFill>
            <a:srgbClr val="1A2E45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481328"/>
            <a:ext cx="502920" cy="5029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15087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Automatic Indexing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029967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System preprocesses, chunks, embeds, and stores vectors in FAISS — all in seconds.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0456" y="1371600"/>
            <a:ext cx="3749039" cy="2148840"/>
          </a:xfrm>
          <a:prstGeom prst="rect">
            <a:avLst/>
          </a:prstGeom>
          <a:solidFill>
            <a:srgbClr val="1A2E45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57616" y="1481328"/>
            <a:ext cx="502920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15087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Ask a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029967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User types any question in the chat input about the uploaded document.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49039"/>
            <a:ext cx="3749039" cy="2148840"/>
          </a:xfrm>
          <a:prstGeom prst="rect">
            <a:avLst/>
          </a:prstGeom>
          <a:solidFill>
            <a:srgbClr val="1A2E45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858768"/>
            <a:ext cx="502920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404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8862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700"/>
                </a:solidFill>
              </a:rPr>
              <a:t>Semantic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407407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Query is embedded and top-4 most relevant chunks are retrieved from FAISS.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0248" y="3749039"/>
            <a:ext cx="3749039" cy="2148840"/>
          </a:xfrm>
          <a:prstGeom prst="rect">
            <a:avLst/>
          </a:prstGeom>
          <a:solidFill>
            <a:srgbClr val="1A2E45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07408" y="3858768"/>
            <a:ext cx="502920" cy="5029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8" y="38404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38862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LLM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8" y="4407407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LLaMA 3 generates a grounded answer using only the retrieved context.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0456" y="3749039"/>
            <a:ext cx="3749039" cy="2148840"/>
          </a:xfrm>
          <a:prstGeom prst="rect">
            <a:avLst/>
          </a:prstGeom>
          <a:solidFill>
            <a:srgbClr val="1A2E45"/>
          </a:solidFill>
          <a:ln w="12700">
            <a:solidFill>
              <a:srgbClr val="C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57616" y="3858768"/>
            <a:ext cx="502920" cy="50292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7616" y="38404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97696" y="38862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7DFF"/>
                </a:solidFill>
              </a:rPr>
              <a:t>Cited Response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336" y="4407407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Answer streams to the UI along with source chunks and similarity scores.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Technical Specifications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Configuration and performance 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1143000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4416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Parameter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3441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3441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Notes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55648"/>
            <a:ext cx="11430000" cy="438912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1965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Embedding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81965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all-MiniLM-L6-v2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1965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384-dimensional dense vectors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12848"/>
            <a:ext cx="11430000" cy="438912"/>
          </a:xfrm>
          <a:prstGeom prst="rect">
            <a:avLst/>
          </a:prstGeom>
          <a:solidFill>
            <a:srgbClr val="1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27685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Chunk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27685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512 characters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7685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With 128-character overlap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70048"/>
            <a:ext cx="11430000" cy="438912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73405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Vector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73405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FAISS L2 distance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73405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Top-K = 4 chunks retrieved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27248"/>
            <a:ext cx="11430000" cy="438912"/>
          </a:xfrm>
          <a:prstGeom prst="rect">
            <a:avLst/>
          </a:prstGeom>
          <a:solidFill>
            <a:srgbClr val="1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19125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Context 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19125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≤ 3,000 tokens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19125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Intelligent truncation preserves best chunks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84448"/>
            <a:ext cx="11430000" cy="438912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64845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LLM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64845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LLaMA 3 8B (Q4_K_M quant)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64845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Via Ollama at localhost:11434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041648"/>
            <a:ext cx="11430000" cy="438912"/>
          </a:xfrm>
          <a:prstGeom prst="rect">
            <a:avLst/>
          </a:prstGeom>
          <a:solidFill>
            <a:srgbClr val="1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10565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Temperature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410565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10565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Low randomness for factual answers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498848"/>
            <a:ext cx="11430000" cy="438912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56285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Max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456285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1,024 tokens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56285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Per response generation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956048"/>
            <a:ext cx="11430000" cy="438912"/>
          </a:xfrm>
          <a:prstGeom prst="rect">
            <a:avLst/>
          </a:prstGeom>
          <a:solidFill>
            <a:srgbClr val="1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02005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API Server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502005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FastAPI on 0.0.0.0:8000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02005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REST + streaming endpoints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13248"/>
            <a:ext cx="11430000" cy="438912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47725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Document Formats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547725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PDF + Plain Text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47725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PyMuPDF for PDF extraction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870448"/>
            <a:ext cx="11430000" cy="438912"/>
          </a:xfrm>
          <a:prstGeom prst="rect">
            <a:avLst/>
          </a:prstGeom>
          <a:solidFill>
            <a:srgbClr val="1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93445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Persistence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593445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FAISS index + metadata.pkl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93445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Survives server restarts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Engineering decisions made during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743200" cy="2194560"/>
          </a:xfrm>
          <a:prstGeom prst="rect">
            <a:avLst/>
          </a:prstGeom>
          <a:solidFill>
            <a:srgbClr val="1A2E45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Challenge: Token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LLMs have a fixed context window; too many chunks would exceed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743200" cy="2194560"/>
          </a:xfrm>
          <a:prstGeom prst="rect">
            <a:avLst/>
          </a:prstGeom>
          <a:solidFill>
            <a:srgbClr val="1A2E45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92024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Context node estimates tokens and truncates intelligently, keeping the highest-scoring chunks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2743200" cy="2194560"/>
          </a:xfrm>
          <a:prstGeom prst="rect">
            <a:avLst/>
          </a:prstGeom>
          <a:solidFill>
            <a:srgbClr val="1A2E45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630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Challenge: Hallucination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2024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Models tend to generate confident but wrong answers without grounding.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371600"/>
            <a:ext cx="2743200" cy="2194560"/>
          </a:xfrm>
          <a:prstGeom prst="rect">
            <a:avLst/>
          </a:prstGeom>
          <a:solidFill>
            <a:srgbClr val="1A2E45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4630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192024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System prompt strictly instructs the model to answer only from retrieved context, with a polite fallback.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2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40480"/>
            <a:ext cx="2743200" cy="2194560"/>
          </a:xfrm>
          <a:prstGeom prst="rect">
            <a:avLst/>
          </a:prstGeom>
          <a:solidFill>
            <a:srgbClr val="1A2E45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319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Challenge: PDF Noise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38912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PDFs contain page numbers, headers, footers, and Unicode artifacts.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3840480"/>
            <a:ext cx="2743200" cy="2194560"/>
          </a:xfrm>
          <a:prstGeom prst="rect">
            <a:avLst/>
          </a:prstGeom>
          <a:solidFill>
            <a:srgbClr val="1A2E45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39319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38912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preprocessing.py uses regex patterns to strip noise before chunking, improving retrieval quality.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90672" y="4663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840480"/>
            <a:ext cx="2743200" cy="2194560"/>
          </a:xfrm>
          <a:prstGeom prst="rect">
            <a:avLst/>
          </a:prstGeom>
          <a:solidFill>
            <a:srgbClr val="1A2E45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9319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Challenge: Persistence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38912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Re-indexing on every restart is slow and wasteful.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3840480"/>
            <a:ext cx="2743200" cy="2194560"/>
          </a:xfrm>
          <a:prstGeom prst="rect">
            <a:avLst/>
          </a:prstGeom>
          <a:solidFill>
            <a:srgbClr val="1A2E45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39319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438912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FAISS index and metadata are serialized to disk (index.faiss + metadata.pkl) for instant reload.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34272" y="4663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Roadmap for next iterations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669280" cy="1554480"/>
          </a:xfrm>
          <a:prstGeom prst="rect">
            <a:avLst/>
          </a:prstGeom>
          <a:solidFill>
            <a:srgbClr val="1A2E45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🔍 Hybrid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Combine BM25 keyword search with dense vector retrieval for better coverage of exact-match queries.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669280" cy="1554480"/>
          </a:xfrm>
          <a:prstGeom prst="rect">
            <a:avLst/>
          </a:prstGeom>
          <a:solidFill>
            <a:srgbClr val="1A2E45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813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🔄 Multi-Document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3852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Allow multiple documents to be indexed together and queried simultaneously with per-source attribution.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63240"/>
            <a:ext cx="5669280" cy="1554480"/>
          </a:xfrm>
          <a:prstGeom prst="rect">
            <a:avLst/>
          </a:prstGeom>
          <a:solidFill>
            <a:srgbClr val="1A2E45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729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🌐 Web Scraping 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016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Add a URL input mode that scrapes and indexes web pages alongside uploaded documents.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063240"/>
            <a:ext cx="5669280" cy="1554480"/>
          </a:xfrm>
          <a:prstGeom prst="rect">
            <a:avLst/>
          </a:prstGeom>
          <a:solidFill>
            <a:srgbClr val="1A2E45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1729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🗂️ Conversation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3016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Maintain multi-turn chat context so the model can answer follow-up questions referencing prior exchanges.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54880"/>
            <a:ext cx="5669280" cy="1554480"/>
          </a:xfrm>
          <a:prstGeom prst="rect">
            <a:avLst/>
          </a:prstGeom>
          <a:solidFill>
            <a:srgbClr val="1A2E45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646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📊 Evaluation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2180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Integrate RAG evaluation metrics (faithfulness, answer relevance) using RAGAS or TruLens.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754880"/>
            <a:ext cx="5669280" cy="1554480"/>
          </a:xfrm>
          <a:prstGeom prst="rect">
            <a:avLst/>
          </a:prstGeom>
          <a:solidFill>
            <a:srgbClr val="1A2E45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8646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☁️ Cloud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32180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Containerize with Docker and deploy to a cloud provider with GPU support for faster inference.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164592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90E0EF"/>
                </a:solidFill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84048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4D8"/>
                </a:solidFill>
              </a:rPr>
              <a:t>RAG Chatbot  •  Local • Private • Grounded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4348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Built with  FastAPI · Streamlit · LangGraph · FAISS · Sentence-Transformers · Ollama LLaMA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099AA"/>
                </a:solidFill>
              </a:rPr>
              <a:t>Dhruv Rakhecha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